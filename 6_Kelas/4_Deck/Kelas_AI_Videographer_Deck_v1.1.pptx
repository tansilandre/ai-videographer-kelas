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Claude Code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butuh kode acak empat digit yang diketik manusia di terminalnya sendiri; agent tidak bisa mengetiknya.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Pelajaran 04 memandu instalasi langkah demi langkah. Mac dibutuhkan karena renderer caption dan grafis memakai Swift.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pelajaran, studi kasus Tebak Harga, dan brief latihan. Kerjakan berurutan. Kalau macet di instalasi, jalankan vg doctor dan baca baris yang bertanda FAIL.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jpg"/><Relationship Id="rId4" Type="http://schemas.openxmlformats.org/officeDocument/2006/relationships/image" Target="../media/image16.jpg"/><Relationship Id="rId5"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jpg"/><Relationship Id="rId8"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4</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Claude Code membaca </a:t>
            </a:r>
            <a:r>
              <a:rPr sz="2100" b="1">
                <a:solidFill>
                  <a:srgbClr val="3D424B"/>
                </a:solidFill>
                <a:latin typeface="Calibri"/>
              </a:rPr>
              <a:t>skill</a:t>
            </a:r>
            <a:r>
              <a:rPr sz="2100" b="0">
                <a:solidFill>
                  <a:srgbClr val="3D424B"/>
                </a:solidFill>
                <a:latin typeface="Calibri"/>
              </a:rPr>
              <a:t>: file instruksi yang menjelaskan cara kerja kita, tahap demi tahap.</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17</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18</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Claude Code. Membaca skill,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Perintah + kode</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vg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vg approve visuals</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vg approve video</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dan menulis catatan. Untuk setuju, di setiap gerbang kamu mengetik kode 4 digit di terminalmu sendiri. Agent tidak bisa.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Mac + Xcode Command Line Tools</a:t>
            </a:r>
          </a:p>
          <a:p>
            <a:pPr algn="l" marL="310896" indent="-310896">
              <a:lnSpc>
                <a:spcPct val="112000"/>
              </a:lnSpc>
              <a:spcAft>
                <a:spcPts val="1200"/>
              </a:spcAft>
              <a:buFont typeface="Arial"/>
              <a:buChar char="•"/>
            </a:pPr>
            <a:r>
              <a:rPr sz="2100" b="0">
                <a:solidFill>
                  <a:srgbClr val="3D424B"/>
                </a:solidFill>
                <a:latin typeface="Calibri"/>
              </a:rPr>
              <a:t>Homebrew, Python 3.9+, FFmpeg, Git</a:t>
            </a:r>
          </a:p>
          <a:p>
            <a:pPr algn="l" marL="310896" indent="-310896">
              <a:lnSpc>
                <a:spcPct val="112000"/>
              </a:lnSpc>
              <a:spcAft>
                <a:spcPts val="1200"/>
              </a:spcAft>
              <a:buFont typeface="Arial"/>
              <a:buChar char="•"/>
            </a:pPr>
            <a:r>
              <a:rPr sz="2100" b="0">
                <a:solidFill>
                  <a:srgbClr val="3D424B"/>
                </a:solidFill>
                <a:latin typeface="Calibri"/>
              </a:rPr>
              <a:t>Claude Code</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kamu mengetik kode 4 digit di terminal. Mulai dari satu klip pilot.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Buka </a:t>
            </a:r>
            <a:r>
              <a:rPr sz="2400" b="1">
                <a:solidFill>
                  <a:srgbClr val="16181D"/>
                </a:solidFill>
                <a:latin typeface="Calibri"/>
              </a:rPr>
              <a:t>github.com/tansilandre/ai-videographer-kelas</a:t>
            </a:r>
            <a:r>
              <a:rPr sz="2400" b="0">
                <a:solidFill>
                  <a:srgbClr val="16181D"/>
                </a:solidFill>
                <a:latin typeface="Calibri"/>
              </a:rPr>
              <a:t> dan mulai dari Pelajaran 00.</a:t>
            </a:r>
          </a:p>
          <a:p>
            <a:pPr algn="l" marL="310896" indent="-310896">
              <a:lnSpc>
                <a:spcPct val="112000"/>
              </a:lnSpc>
              <a:spcAft>
                <a:spcPts val="1600"/>
              </a:spcAft>
              <a:buFont typeface="Arial"/>
              <a:buAutoNum type="arabicPeriod"/>
            </a:pPr>
            <a:r>
              <a:rPr sz="2400" b="0">
                <a:solidFill>
                  <a:srgbClr val="16181D"/>
                </a:solidFill>
                <a:latin typeface="Calibri"/>
              </a:rPr>
              <a:t>Jalankan </a:t>
            </a:r>
            <a:r>
              <a:rPr sz="2400" b="1">
                <a:solidFill>
                  <a:srgbClr val="16181D"/>
                </a:solidFill>
                <a:latin typeface="Calibri"/>
              </a:rPr>
              <a:t>bash install.sh</a:t>
            </a:r>
            <a:r>
              <a:rPr sz="2400" b="0">
                <a:solidFill>
                  <a:srgbClr val="16181D"/>
                </a:solidFill>
                <a:latin typeface="Calibri"/>
              </a:rPr>
              <a:t>, isi kunci API di file .env, lalu </a:t>
            </a:r>
            <a:r>
              <a:rPr sz="2400" b="1">
                <a:solidFill>
                  <a:srgbClr val="16181D"/>
                </a:solidFill>
                <a:latin typeface="Calibri"/>
              </a:rPr>
              <a:t>vg doctor</a:t>
            </a:r>
            <a:r>
              <a:rPr sz="2400" b="0">
                <a:solidFill>
                  <a:srgbClr val="16181D"/>
                </a:solidFill>
                <a:latin typeface="Calibri"/>
              </a:rPr>
              <a:t> sampai semuanya ok.</a:t>
            </a:r>
          </a:p>
          <a:p>
            <a:pPr algn="l" marL="310896" indent="-310896">
              <a:lnSpc>
                <a:spcPct val="112000"/>
              </a:lnSpc>
              <a:spcAft>
                <a:spcPts val="1600"/>
              </a:spcAft>
              <a:buFont typeface="Arial"/>
              <a:buAutoNum type="arabicPeriod"/>
            </a:pPr>
            <a:r>
              <a:rPr sz="2400" b="0">
                <a:solidFill>
                  <a:srgbClr val="16181D"/>
                </a:solidFill>
                <a:latin typeface="Calibri"/>
              </a:rPr>
              <a:t>Buka Claude Code di folder itu dan ketik: “Buat reel dari brief latihan.”</a:t>
            </a:r>
          </a:p>
          <a:p>
            <a:pPr algn="l" marL="310896" indent="-310896">
              <a:lnSpc>
                <a:spcPct val="112000"/>
              </a:lnSpc>
              <a:spcAft>
                <a:spcPts val="1600"/>
              </a:spcAft>
              <a:buFont typeface="Arial"/>
              <a:buAutoNum type="arabicPeriod"/>
            </a:pPr>
            <a:r>
              <a:rPr sz="2400" b="0">
                <a:solidFill>
                  <a:srgbClr val="16181D"/>
                </a:solidFill>
                <a:latin typeface="Calibri"/>
              </a:rPr>
              <a:t>Setujui look, dengarkan suaranya, tonton animatic-nya.</a:t>
            </a:r>
          </a:p>
          <a:p>
            <a:pPr algn="l" marL="310896" indent="-310896">
              <a:lnSpc>
                <a:spcPct val="112000"/>
              </a:lnSpc>
              <a:spcAft>
                <a:spcPts val="1600"/>
              </a:spcAft>
              <a:buFont typeface="Arial"/>
              <a:buAutoNum type="arabicPeriod"/>
            </a:pPr>
            <a:r>
              <a:rPr sz="2400" b="0">
                <a:solidFill>
                  <a:srgbClr val="16181D"/>
                </a:solidFill>
                <a:latin typeface="Calibri"/>
              </a:rPr>
              <a:t>Minta video untuk satu klip pilot dulu.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33</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